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This project sits on the O-RAN Open Fronthaul synchronization plane. The one-line story: tell a timing fault from an attack, and heal the clock before the base station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timing on the fronthaul is safety-critical. 100 ns budget, 2-second crash, and no security standard yet — so this is a real, high-stakes, open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 problem: TIMESAFE (peer-reviewed) detects attacks but stops at detection. Steps 2-4 — fault vs attack, which action, apply before crash — are undefined. That is exactly our opening.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one specialized problem: fault-vs-attack discrimination plus twin-verified recovery, in time. Left and right show why the two need opposite responses.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governed stages. The twin being load-bearing at stage 3 — verifying the fix before it is applied — is the part prior work leaves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architecture: physical fronthaul at the bottom, passive telemetry in the middle, the AI loop on top, and the twin on the right verifying each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emulation tier is built and reproducible: simulator, injectors, dataset, discriminator, twin, governed loop, benchmark,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98.7% with real errors, not 1.000. We hardened the simulator (removed cheats, added evasive attacks and sensor noise) so the score is earned and matches the literature.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Benchmark: governed loop recovers 0.95 within the 100 ns budget and before the 2 s window; detection-only recovers nothing; the naive baselines either over-act or miss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column: the whole emulation tier is done. Right column: next is tier-B linuxptp/netem (no hardware), optional hardware, dataset release, and the write-up.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our contribution is the response step — fault-vs-attack discrimination and twin-verified recovery — with real evidence and a dataset, honestly scoped as integration and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SELF-HEALING O-RAN NETWORK USING A DIGITAL TWIN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Digital-Twin-Verified Self-Healing of the O-RAN Open-Fronthaul Synchronization Plane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timing faults from attacks — and healing the clock before the base station fails.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Fronthaul S-plane (L1/L2)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4114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validation +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55280" y="411480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206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tier complete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Tanmay  ·  Project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fronthaul timing is safety-critical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760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O-RAN splits the base station into O-DU and O-RU, joined by an Ethernet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Fronthaul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Their clocks are aligned over the </a:t>
            </a:r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(S-) plane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PTP (IEEE-1588) and SyncE.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budget is tiny (~100 ns). </a:t>
            </a:r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drifts, the base station degrades — and a timing attack can crash it in about two seconds.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55448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0" y="1691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~100 ns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66560" y="24048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time-error budget (tightest class)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66560" y="3063240"/>
            <a:ext cx="23317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53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~2 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766560" y="3913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base-station failure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281160" y="3063240"/>
            <a:ext cx="23317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81160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B5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281160" y="39136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LLS-C1..C4 sync modes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4663440"/>
            <a:ext cx="4846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48920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comprehensive O-RAN fronthaul security standard exists yet.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PREVIOUS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work detects — but stops there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TIMESAFE  (ACM ToPS, 2025)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a PTP timing attack crashes a 5G base station in ~2 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ML monitor that DETECTS such attacks at 97.5%.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leaves undefined: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action — the O-RAN spec does not say what to do on detection.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 a malicious ATTACK from a benign FAULT (they need opposite fixes).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is used only to make data, not to verify a fix.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1E3A5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 ≠  RESPONSE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2377440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6304F"/>
          </a:solidFill>
          <a:ln w="12700">
            <a:solidFill>
              <a:srgbClr val="23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2432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B5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243230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detected  </a:t>
            </a:r>
            <a:pPr indent="0" marL="0">
              <a:buNone/>
            </a:pPr>
            <a:r>
              <a:rPr lang="en-US" sz="1250" i="1" dirty="0">
                <a:solidFill>
                  <a:srgbClr val="2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done by prior work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3127248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6304F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31821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or attack?  </a:t>
            </a:r>
            <a:pPr indent="0" marL="0">
              <a:buNone/>
            </a:pPr>
            <a:r>
              <a:rPr lang="en-US" sz="1250" i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undefined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3877056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6304F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3931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recovery action?  </a:t>
            </a:r>
            <a:pPr indent="0" marL="0">
              <a:buNone/>
            </a:pPr>
            <a:r>
              <a:rPr lang="en-US" sz="1250" i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undefined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626864"/>
            <a:ext cx="4846320" cy="621792"/>
          </a:xfrm>
          <a:prstGeom prst="roundRect">
            <a:avLst>
              <a:gd name="adj" fmla="val 8824"/>
            </a:avLst>
          </a:prstGeom>
          <a:solidFill>
            <a:srgbClr val="16304F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8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269480" y="46817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before crash  </a:t>
            </a:r>
            <a:pPr indent="0" marL="0">
              <a:buNone/>
            </a:pPr>
            <a:r>
              <a:rPr lang="en-US" sz="1250" i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undefined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SPECIALIZED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Discriminate fault vs attack, then heal — verified by a twin — before failure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6304F"/>
          </a:solidFill>
          <a:ln w="19050">
            <a:solidFill>
              <a:srgbClr val="F4A8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77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O-RAN S-plane, given passive timing telemetry: (1) detect a sync anomaly, (2) decide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fault vs H1 attack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(3) verify each candidate recovery in a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(4) commit the best action </a:t>
            </a:r>
            <a:pPr algn="l"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~2 s failure window</a:t>
            </a:r>
            <a:pPr algn="l"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minimizing wrong actions and recovery time.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14314E"/>
          </a:solidFill>
          <a:ln w="12700">
            <a:solidFill>
              <a:srgbClr val="23B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— benign timing FAULT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loss / clock holdover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Packet-delay-variation (congestion)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 quality degradation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ride holdover / failover to a healthy 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3886200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3A1E22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malicious ATTACK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448056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 spoofing (fake grandmaster)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of genuine timing messages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Evasive: mimics a fault to hide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isolate rogue master / failover to trusted ref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governed self-healing loop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19656"/>
            <a:ext cx="566928" cy="566928"/>
          </a:xfrm>
          <a:prstGeom prst="ellipse">
            <a:avLst/>
          </a:prstGeom>
          <a:solidFill>
            <a:srgbClr val="F4A81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19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28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Sync-anomaly detection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756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timing windows that leave the healthy baseline.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44368"/>
            <a:ext cx="566928" cy="566928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44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852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Fault-vs-attack discriminator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H0 fault vs H1 attack from statistical + protocol signatures.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verification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432511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each recovery action; keep only those that hold timing in budget and beat the safe default.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1106424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93792"/>
            <a:ext cx="566928" cy="566928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93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51023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recovery commit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44982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best action (failover / holdover / isolate) within the failure window; log an auditable reason.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Architecture of the self-healing loop</a:t>
            </a:r>
            <a:endParaRPr lang="en-US" sz="2800" dirty="0"/>
          </a:p>
        </p:txBody>
      </p:sp>
      <p:pic>
        <p:nvPicPr>
          <p:cNvPr id="4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08760"/>
            <a:ext cx="7360920" cy="49560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41080" y="1737360"/>
            <a:ext cx="3017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96528" y="1883664"/>
            <a:ext cx="182880" cy="182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90982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fronthaul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23960" y="2139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O-DU + O-RU over Split-7.2x; PTP/SyncE timing.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41080" y="2880360"/>
            <a:ext cx="3017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96528" y="3026664"/>
            <a:ext cx="182880" cy="182880"/>
          </a:xfrm>
          <a:prstGeom prst="ellipse">
            <a:avLst/>
          </a:prstGeom>
          <a:solidFill>
            <a:srgbClr val="F4A81D"/>
          </a:solidFill>
          <a:ln/>
        </p:spPr>
      </p:sp>
      <p:sp>
        <p:nvSpPr>
          <p:cNvPr id="11" name="Text 8"/>
          <p:cNvSpPr/>
          <p:nvPr/>
        </p:nvSpPr>
        <p:spPr>
          <a:xfrm>
            <a:off x="9098280" y="2971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telemetry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823960" y="3282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capture: offset, path delay, PDV, SyncE quality.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641080" y="4023360"/>
            <a:ext cx="3017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96528" y="4169664"/>
            <a:ext cx="182880" cy="18288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15" name="Text 12"/>
          <p:cNvSpPr/>
          <p:nvPr/>
        </p:nvSpPr>
        <p:spPr>
          <a:xfrm>
            <a:off x="909828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loop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823960" y="4425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→ discriminate → twin-verify → commit.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641080" y="5166360"/>
            <a:ext cx="30175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796528" y="5312664"/>
            <a:ext cx="182880" cy="18288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9" name="Text 16"/>
          <p:cNvSpPr/>
          <p:nvPr/>
        </p:nvSpPr>
        <p:spPr>
          <a:xfrm>
            <a:off x="9098280" y="5257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823960" y="5568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drift per action; gives a fidelity score.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complete, reproducible software prototype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365760" cy="36576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PTP/SyncE simulator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1671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timing converges within the 100 ns budget.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828800"/>
            <a:ext cx="365760" cy="36576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+ attack injectors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216712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Timestamped, auto-labelled scenarios (H0 &amp; H1).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91840"/>
            <a:ext cx="365760" cy="36576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46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dataset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301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2,508 windows: 1,614 healthy · 536 fault · 358 attack.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632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291840"/>
            <a:ext cx="365760" cy="36576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461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03720" y="3246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Fault-vs-attack discriminator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363016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+ evaluated vs a detection-only baseline.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709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50932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drift forecast + fidelity score.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5262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754880"/>
            <a:ext cx="365760" cy="365760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7091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47091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loop + benchmark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509320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reproduction; tests passing (3/3).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FAULT-VS-ATTACK DISCRIMINATION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classifier has to work — and it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B5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98.7%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3B5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0.999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detection-only baseline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182880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16304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611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313 (not perfect)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566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confusion (H0 / H1)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1371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3931920"/>
            <a:ext cx="1371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H0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3931920"/>
            <a:ext cx="1371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H1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1371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434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11680" y="4434840"/>
            <a:ext cx="1371600" cy="502920"/>
          </a:xfrm>
          <a:prstGeom prst="rect">
            <a:avLst/>
          </a:prstGeom>
          <a:solidFill>
            <a:srgbClr val="14503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4434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4434840"/>
            <a:ext cx="1371600" cy="502920"/>
          </a:xfrm>
          <a:prstGeom prst="rect">
            <a:avLst/>
          </a:prstGeom>
          <a:solidFill>
            <a:srgbClr val="16304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44348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937760"/>
            <a:ext cx="13716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937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011680" y="4937760"/>
            <a:ext cx="1371600" cy="502920"/>
          </a:xfrm>
          <a:prstGeom prst="rect">
            <a:avLst/>
          </a:prstGeom>
          <a:solidFill>
            <a:srgbClr val="16304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937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4937760"/>
            <a:ext cx="1371600" cy="502920"/>
          </a:xfrm>
          <a:prstGeom prst="rect">
            <a:avLst/>
          </a:prstGeom>
          <a:solidFill>
            <a:srgbClr val="14503F"/>
          </a:solidFill>
          <a:ln w="12700">
            <a:solidFill>
              <a:srgbClr val="0E1F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937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69280" y="3611880"/>
            <a:ext cx="5852160" cy="2331720"/>
          </a:xfrm>
          <a:prstGeom prst="roundRect">
            <a:avLst>
              <a:gd name="adj" fmla="val 3137"/>
            </a:avLst>
          </a:prstGeom>
          <a:solidFill>
            <a:srgbClr val="16304F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37947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believable, not overfit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89320" y="42062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Giveaway labels removed — attacks look like normal traffic.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Evasive attacks mimic faults + hide in congestion.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read through sensor noise.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matches TIMESAFE's own 97.5% — errors on the hard, evasive cases.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SELF-HEALING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governed loop beats every baseline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91640"/>
            <a:ext cx="30906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749040" y="1691640"/>
            <a:ext cx="13716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03904" y="1691640"/>
            <a:ext cx="12618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120640" y="1691640"/>
            <a:ext cx="15544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75504" y="1691640"/>
            <a:ext cx="14447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Wrong-action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0" y="1691640"/>
            <a:ext cx="11887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9984" y="1691640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863840" y="1691640"/>
            <a:ext cx="173736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18704" y="1691640"/>
            <a:ext cx="162763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error (ns)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0" y="1691640"/>
            <a:ext cx="118872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56064" y="1691640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2 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258568"/>
            <a:ext cx="3200400" cy="566928"/>
          </a:xfrm>
          <a:prstGeom prst="rect">
            <a:avLst/>
          </a:prstGeom>
          <a:solidFill>
            <a:srgbClr val="E7F6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2258568"/>
            <a:ext cx="30906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loop (ours)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2258568"/>
            <a:ext cx="1371600" cy="566928"/>
          </a:xfrm>
          <a:prstGeom prst="rect">
            <a:avLst/>
          </a:prstGeom>
          <a:solidFill>
            <a:srgbClr val="E7F6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03904" y="2258568"/>
            <a:ext cx="12618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20640" y="2258568"/>
            <a:ext cx="1554480" cy="566928"/>
          </a:xfrm>
          <a:prstGeom prst="rect">
            <a:avLst/>
          </a:prstGeom>
          <a:solidFill>
            <a:srgbClr val="E7F6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75504" y="2258568"/>
            <a:ext cx="14447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2258568"/>
            <a:ext cx="1188720" cy="566928"/>
          </a:xfrm>
          <a:prstGeom prst="rect">
            <a:avLst/>
          </a:prstGeom>
          <a:solidFill>
            <a:srgbClr val="E7F6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2258568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863840" y="2258568"/>
            <a:ext cx="1737360" cy="566928"/>
          </a:xfrm>
          <a:prstGeom prst="rect">
            <a:avLst/>
          </a:prstGeom>
          <a:solidFill>
            <a:srgbClr val="E7F6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258568"/>
            <a:ext cx="162763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 ✓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01200" y="2258568"/>
            <a:ext cx="1188720" cy="566928"/>
          </a:xfrm>
          <a:prstGeom prst="rect">
            <a:avLst/>
          </a:prstGeom>
          <a:solidFill>
            <a:srgbClr val="E7F6F2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2258568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2825496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2825496"/>
            <a:ext cx="30906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Detection-only (no response)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749040" y="282549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3904" y="2825496"/>
            <a:ext cx="12618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120640" y="2825496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75504" y="2825496"/>
            <a:ext cx="14447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0" y="2825496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9984" y="2825496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863840" y="282549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18704" y="2825496"/>
            <a:ext cx="162763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 ✗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601200" y="2825496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56064" y="2825496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3392424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392424"/>
            <a:ext cx="30906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Always-holdover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3749040" y="3392424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03904" y="3392424"/>
            <a:ext cx="12618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120640" y="3392424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75504" y="3392424"/>
            <a:ext cx="14447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675120" y="3392424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9984" y="3392424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863840" y="339242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18704" y="3392424"/>
            <a:ext cx="162763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 ✗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9601200" y="3392424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56064" y="3392424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3959352"/>
            <a:ext cx="3200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03504" y="3959352"/>
            <a:ext cx="30906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Always-failover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3749040" y="395935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03904" y="3959352"/>
            <a:ext cx="126187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5120640" y="3959352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75504" y="3959352"/>
            <a:ext cx="144475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6675120" y="3959352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29984" y="3959352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863840" y="395935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18704" y="3959352"/>
            <a:ext cx="162763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 ✗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601200" y="3959352"/>
            <a:ext cx="1188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656064" y="3959352"/>
            <a:ext cx="1078992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timing error — governed loop stays inside the 100 ns budget; all baselines blow past it.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/>
        </p:spPr>
      </p:sp>
      <p:sp>
        <p:nvSpPr>
          <p:cNvPr id="66" name="Text 64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alone recovers nothing; the twin-verified loop recovers 95% within budget and before the crash, with the lowest wrong-action rate.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done, and what is left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E7F6F2"/>
          </a:solidFill>
          <a:ln w="15240">
            <a:solidFill>
              <a:srgbClr val="23B5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Emulated S-plane + PTP/SyncE simulator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&amp; attack injectors + labelled dataset (2,508 windows)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Fault-vs-attack discriminator (98.7%)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with fidelity score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self-healing loop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 baselines + plots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reproduction; tests pass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realism notes for the viva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4480560"/>
          </a:xfrm>
          <a:prstGeom prst="roundRect">
            <a:avLst>
              <a:gd name="adj" fmla="val 1837"/>
            </a:avLst>
          </a:prstGeom>
          <a:solidFill>
            <a:srgbClr val="FBF1DD"/>
          </a:solidFill>
          <a:ln w="15240">
            <a:solidFill>
              <a:srgbClr val="F4A8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tier B: run on real linuxptp + tc netem over a virtual Ethernet link (no hardware).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hardware: PTP-capable NICs + timing switch + GNSS grandmaster for ns-true validation.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and publicly release the labelled dataset + datasheet.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 results into the paper / report.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4A81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response step the field left undefined — built, verified, and honest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16304F"/>
          </a:solidFill>
          <a:ln w="12700">
            <a:solidFill>
              <a:srgbClr val="23B5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364992"/>
            <a:ext cx="310896" cy="310896"/>
          </a:xfrm>
          <a:prstGeom prst="ellipse">
            <a:avLst/>
          </a:prstGeom>
          <a:solidFill>
            <a:srgbClr val="23B5A6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21868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Fault-vs-attack discrimination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94960" y="321868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two look-alike causes that need opposite fixes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06908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16304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4325112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417880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Twin-verified recovery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417880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vets each fix before it touches the 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7778"/>
            </a:avLst>
          </a:prstGeom>
          <a:solidFill>
            <a:srgbClr val="16304F"/>
          </a:solidFill>
          <a:ln w="12700">
            <a:solidFill>
              <a:srgbClr val="F4A81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5285232"/>
            <a:ext cx="310896" cy="310896"/>
          </a:xfrm>
          <a:prstGeom prst="ellipse">
            <a:avLst/>
          </a:prstGeom>
          <a:solidFill>
            <a:srgbClr val="F4A81D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51389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evidence + dataset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4960" y="5138928"/>
            <a:ext cx="594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a detection-only baseline; reproducible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integration + experimental validation + released dataset — not a new fundamental algorithm.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2026-07-12T11:16:48Z</dcterms:created>
  <dcterms:modified xsi:type="dcterms:W3CDTF">2026-07-12T11:16:48Z</dcterms:modified>
</cp:coreProperties>
</file>